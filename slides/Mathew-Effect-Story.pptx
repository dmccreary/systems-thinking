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5"/>
    <p:restoredTop sz="94694"/>
  </p:normalViewPr>
  <p:slideViewPr>
    <p:cSldViewPr snapToGrid="0">
      <p:cViewPr varScale="1">
        <p:scale>
          <a:sx n="107" d="100"/>
          <a:sy n="107" d="100"/>
        </p:scale>
        <p:origin x="9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993F-D092-C377-81B9-5AC9FC301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780A2-6B58-28D3-6FD6-D2B290993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DDFA-2188-3775-B05E-BCA7075F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1627D-93D0-8A3D-C618-3A0D8028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398B-0D72-E65D-387F-D41077D1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6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6220-AB2E-B244-5A6F-2DD771D5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8BF23-5448-46DC-62C8-45A5808E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01A39-DF1F-90E7-7DFC-2B4A1C92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8D95A-AC30-309F-B5C4-C99A1C1A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497-4B18-8FA8-9C76-041DEA8D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8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5CC1-E279-C8F9-5ED0-5E9C3171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EF8B5-067B-27B5-593B-24AB6140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A7A6-EE8F-2326-7ED3-BAD853BD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CC20-4546-D4E8-E23C-AAE1D7A35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BCCCD-2935-88F9-58C7-12F5205A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C813-0C75-2171-6A03-D0246C1E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4AA4-60D6-5FC9-00F2-C0CFC3066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54110-2BFA-DDF7-6852-15EEBFDF7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076C-24F9-C945-F229-E8C969FA3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E8030-74B7-DABD-CAB9-03DC6394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ED93F-B671-E9BB-8B93-011647C4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6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5398-6B6D-989E-B21D-B748EC65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71D27-4CED-48AF-5C46-387622D8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A44A7-DA2A-420A-4526-A570944A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01788-18FF-DCB5-C7E1-111D0DF96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9E583-C045-1EC1-2356-983580863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AFA6F-6322-341E-3C0A-F5DA9A7D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BBD52-0048-F00E-E930-737DE68A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5F408-DDE0-3387-AC35-FBF68EF6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4CE4-99A6-2AE4-6388-D42D6814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7EB81-33C5-0270-E886-C2578AED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AD558-5FED-3988-16D8-536FC98D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37368-FD69-DB5A-067D-F9F9318C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4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88319-7C09-43D0-A615-C4B37B73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FE98E-FCD2-0709-4E33-30D5562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9FEF-A06D-AE91-C1E2-8C0B9096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9CFD-EC45-075F-DE5D-3697544D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7E5C-B343-41F5-C1DD-4592C5D2F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C1DFE-699F-E5E3-802F-241FF3C07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4F280-AF5E-CC24-5DB0-2B700C4B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B17C9-A5C1-EB03-A6F5-452A1A68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C49F-0028-BF9E-F5A0-DD75237D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7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E165-5BE8-B916-915F-68D3328F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BFD50-08B3-7928-26A8-EF196CC3F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08BE8-E569-4285-39BC-34D69EEBE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957F0-BDB6-1D2D-6C92-B582BC3B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23BE7-68DD-D8F3-E492-031883B5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62606-880C-2507-3BF9-0CA2746A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987C-4559-C133-2D0C-6F3364E0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3C2B-72E4-83F8-807E-0585D3443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21D29-B36B-79B6-B286-A4C3B0D3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4E9C9-4222-AC22-C422-248414D7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5455-346F-E415-35BB-186F0F6D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5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51B34-744F-D796-E090-A7695FAD1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FCA61-C7A9-0A8E-9077-4D3BB39C8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2CD4D-F794-B785-EFEA-D1DF4697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7EDE3-9187-0BEF-BBC4-844E5737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CFCC-87E0-5AAD-6E4A-66DE21DF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5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B7D7D-A5B7-C915-37FB-C8286E44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55383-0D87-986E-5B74-B6E25B646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71F3-1FD6-00AD-90C6-FF616A3EA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A9EE3-205F-194B-B974-DBBF08133443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78139-506D-BE79-F50E-AFAF4C083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7B77-AF85-E922-A492-AD5F4621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DF5A6-CE0F-3C4D-AB1B-DF00CEC2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2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erson with different colored circles&#10;&#10;AI-generated content may be incorrect.">
            <a:extLst>
              <a:ext uri="{FF2B5EF4-FFF2-40B4-BE49-F238E27FC236}">
                <a16:creationId xmlns:a16="http://schemas.microsoft.com/office/drawing/2014/main" id="{7904891F-702A-603B-8EC0-1B769556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77800"/>
            <a:ext cx="9539217" cy="6359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22C39-879B-A813-C5AE-26AD88BB99DA}"/>
              </a:ext>
            </a:extLst>
          </p:cNvPr>
          <p:cNvSpPr txBox="1"/>
          <p:nvPr/>
        </p:nvSpPr>
        <p:spPr>
          <a:xfrm>
            <a:off x="4725254" y="5989904"/>
            <a:ext cx="1556792" cy="369332"/>
          </a:xfrm>
          <a:prstGeom prst="rect">
            <a:avLst/>
          </a:prstGeom>
          <a:solidFill>
            <a:srgbClr val="F4DAA2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COACHING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2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2025-09-09T16:15:26Z</dcterms:created>
  <dcterms:modified xsi:type="dcterms:W3CDTF">2025-09-09T16:23:36Z</dcterms:modified>
</cp:coreProperties>
</file>